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开场：一句话说明平台定位——不是又一个写代码的 Agent，而是管住 Agent 产出、让人能快速放心地接受变更的控制层。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强调问题是审查带宽，而不是生成能力。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带观众走一遍闭环；后面每一页演示对应其中一段。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演示时作者和审查人必须是不同账号，否则会被"不能批准自己"的规则拦下，这本身也可以作为演示点。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737360"/>
            <a:ext cx="3200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1737360"/>
            <a:ext cx="3200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1737360"/>
            <a:ext cx="32004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E5EDF7"/>
                </a:solidFill>
                <a:latin typeface="PingFang SC"/>
              </a:rPr>
              <a:t>Aperture 控制平面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22D3EE"/>
                </a:solidFill>
                <a:latin typeface="PingFang SC"/>
              </a:rPr>
              <a:t>让小团队安全、快速地接受 AI Agent 产出的代码变更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PingFang SC"/>
              </a:rPr>
              <a:t>演示说明 · 面向 3–8 人研发团队 · 自托管 · Agent 中立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PingFang SC"/>
              </a:rPr>
              <a:t>2026-09 · 研究原型 v0.1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为什么需要它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AI 写代码很快，人审查跟不上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首要缺口：审查带宽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50292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Agent 一小时产出的变更，审查者要读很久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证据散落在终端、CI、聊天记录里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"它说测试通过了" ≠ 测试真的独立通过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结果：要么橡皮章审批，要么审查成为瓶颈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27632"/>
            <a:ext cx="54864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00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随之而来的四个缺口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50292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意图：模糊 Prompt 直接交给 Agent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上下文：Agent 用了哪些文件、规则，无从复现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控制：权限、网络、凭据约束不透明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评估与证据：验收标准和检查没有对上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E5EDF7"/>
                </a:solidFill>
                <a:latin typeface="PingFang SC"/>
              </a:rPr>
              <a:t>北极星：让团队里任何一个人，都能在几分钟内安全地接受另一个人的 Agent 产出的变更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第一阶段唯一必达目标：降低单次变更的审查成本，并让审查负载在团队内可见。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默认 AI 执行、人审查合并；低风险且证据充分的变更，后续逐步开放自动合并试验。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核心流程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一条从意图到合并的受控闭环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574036" cy="8686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27048"/>
            <a:ext cx="242773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92808"/>
            <a:ext cx="2427732" cy="365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目标 · 约束 · 验收标准 · 风险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0108" y="1760219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78708" y="1417320"/>
            <a:ext cx="2574036" cy="8686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1860" y="1527048"/>
            <a:ext cx="242773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批准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1860" y="1892808"/>
            <a:ext cx="2427732" cy="365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中高风险需非起草人批准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0176" y="1760219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8775" y="1417320"/>
            <a:ext cx="2574036" cy="8686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7" y="1527048"/>
            <a:ext cx="242773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Agent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7" y="1892808"/>
            <a:ext cx="2427732" cy="365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在隔离 worktree 中执行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10243" y="1760219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38844" y="1417320"/>
            <a:ext cx="2574036" cy="8686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1996" y="1527048"/>
            <a:ext cx="242773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检查与评估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1996" y="1892808"/>
            <a:ext cx="2427732" cy="365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结果绑定 Head SHA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468880"/>
            <a:ext cx="2574036" cy="8686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2578608"/>
            <a:ext cx="242773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944368"/>
            <a:ext cx="2427732" cy="365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可复验的证据包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150108" y="2811780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78708" y="2468880"/>
            <a:ext cx="2574036" cy="8686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1860" y="2578608"/>
            <a:ext cx="242773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非作者审查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1860" y="2944368"/>
            <a:ext cx="2427732" cy="365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逐条验收标准门禁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80176" y="2811780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8775" y="2468880"/>
            <a:ext cx="2574036" cy="8686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7" y="2578608"/>
            <a:ext cx="242773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合并证据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7" y="2944368"/>
            <a:ext cx="2427732" cy="365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目标分支 = 批准的 Head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810243" y="2811780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38844" y="2468880"/>
            <a:ext cx="2574036" cy="8686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1996" y="2578608"/>
            <a:ext cx="242773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发布候选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1996" y="2944368"/>
            <a:ext cx="2427732" cy="3657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独立发布批准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118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776472"/>
            <a:ext cx="54864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74904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人负责决定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251960"/>
            <a:ext cx="320040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起草并批准意图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审查证据、批准或请求修改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合并、发布、推翻门禁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36118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3776472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8848" y="374904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Agent 负责执行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8" y="4251960"/>
            <a:ext cx="320040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在隔离工作区改代码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产出分支与提交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不持有托管凭据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6118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3776472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47888" y="374904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平台负责记录与强制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251960"/>
            <a:ext cx="320040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每一步写入哈希链事件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规则在服务端执行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证据与决策绑定到具体 SHA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这些原则决定了产品取舍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设计原则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664207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5156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证据先于信任</a:t>
            </a:r>
            <a:r>
              <a:rPr sz="1500">
                <a:solidFill>
                  <a:srgbClr val="94A3B8"/>
                </a:solidFill>
                <a:latin typeface="PingFang SC"/>
              </a:rPr>
              <a:t>  审批必须绑定具体的 Head SHA、检查 ID 与证据摘要；换了 Head，旧审批自动失效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22576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12848"/>
            <a:ext cx="105156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在边界强制</a:t>
            </a:r>
            <a:r>
              <a:rPr sz="1500">
                <a:solidFill>
                  <a:srgbClr val="94A3B8"/>
                </a:solidFill>
                <a:latin typeface="PingFang SC"/>
              </a:rPr>
              <a:t>  所有规则在服务端数据库层执行，界面只是投影，脚本和 HTTP 都绕不过去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80944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71215"/>
            <a:ext cx="105156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安全的默认值</a:t>
            </a:r>
            <a:r>
              <a:rPr sz="1500">
                <a:solidFill>
                  <a:srgbClr val="94A3B8"/>
                </a:solidFill>
                <a:latin typeface="PingFang SC"/>
              </a:rPr>
              <a:t>  验收标准不写标注默认按「关键 · 确定性」处理，降级必须显式声明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39312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9584"/>
            <a:ext cx="105156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分级自治</a:t>
            </a:r>
            <a:r>
              <a:rPr sz="1500">
                <a:solidFill>
                  <a:srgbClr val="94A3B8"/>
                </a:solidFill>
                <a:latin typeface="PingFang SC"/>
              </a:rPr>
              <a:t>  低风险走轻量路径，高风险需要人工关键标准；不搞"所有变更一律人审"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9768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87952"/>
            <a:ext cx="105156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附着而非替代</a:t>
            </a:r>
            <a:r>
              <a:rPr sz="1500">
                <a:solidFill>
                  <a:srgbClr val="94A3B8"/>
                </a:solidFill>
                <a:latin typeface="PingFang SC"/>
              </a:rPr>
              <a:t>  贴在现有 Git / GitHub 上工作，不另建一套代码托管或需求系统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95604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105156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自托管、Agent 中立</a:t>
            </a:r>
            <a:r>
              <a:rPr sz="1500">
                <a:solidFill>
                  <a:srgbClr val="94A3B8"/>
                </a:solidFill>
                <a:latin typeface="PingFang SC"/>
              </a:rPr>
              <a:t>  Codex、其他 CLI Agent 或容器都可以接入；不依赖外部 SaaS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614416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51560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失败如实保留</a:t>
            </a:r>
            <a:r>
              <a:rPr sz="1500">
                <a:solidFill>
                  <a:srgbClr val="94A3B8"/>
                </a:solidFill>
                <a:latin typeface="PingFang SC"/>
              </a:rPr>
              <a:t>  失败的 Run 保留在事件日志里，不删除、不伪装成功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开始之前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演示准备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760720" cy="2651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4864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539495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启动服务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5394959" cy="19202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cd control-plane/workbench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npm install &amp;&amp; npm run build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node --experimental-strip-types server/main.ts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浏览器打开 http://127.0.0.1:8787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463040"/>
            <a:ext cx="5120640" cy="2651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627632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7" y="1600200"/>
            <a:ext cx="475487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准备三个角色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7" y="2103120"/>
            <a:ext cx="4754879" cy="19202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Owner：创建项目、管理成员、合并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Developer：起草 Intent、启动 Run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Reviewer：审查证据、批准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建议用两个浏览器窗口分别登录作者与审查人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07992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805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可选：接入 Codex Builder 与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983480"/>
            <a:ext cx="10698480" cy="7772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设置 CONTROL_PLANE_AGENT_EXECUTABLE / ARGS_JSON 指向 codex-builder.mjs，Run 由真实 Codex 执行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GitHub 项目：启动前 export APERTURE_GITHUB_TOKEN=…，项目里只填变量名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第 1 步 · 创建项目，选择代码托管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4864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多项目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2004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侧栏切换项目，数据按项目隔离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非成员请求其他项目返回 404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一个项目对应一个仓库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27632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按项目授予角色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03120"/>
            <a:ext cx="32004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Maintainer / Reviewer / Developer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同一人在不同项目可有不同角色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角色变更是带身份的决策事件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27632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代码托管可选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03120"/>
            <a:ext cx="32004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本地 Git：平台合并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GitHub（含 Enterprise）：推分支、开 PR、回写门禁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Token 只存环境变量名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177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106070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E5EDF7"/>
                </a:solidFill>
                <a:latin typeface="PingFang SC"/>
              </a:rPr>
              <a:t>演示点：在「项目」页新建项目 → 测试连接 → 把成员加入项目并分配角色 → 用成员账号登录，切换器只显示他所在的项目。</a:t>
            </a:r>
          </a:p>
          <a:p>
            <a:pPr algn="l"/>
            <a:r>
              <a:rPr sz="1500" b="0">
                <a:solidFill>
                  <a:srgbClr val="E5EDF7"/>
                </a:solidFill>
                <a:latin typeface="PingFang SC"/>
              </a:rPr>
              <a:t>Run 与提案表单不再有仓库路径输入，仓库只从项目解析。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第 2 步 · 起草并批准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669280" cy="27432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4864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结构化意图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530352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目标、约束、风险等级、验收标准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「套用模版」按产品类型填充，占位符必须逐项填完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实时解析预览 + 模糊度提示（不阻塞）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内容进入 contentDigest 与 Agent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212080" cy="27432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验收标准标注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[确定性]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1031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测试 / 退出码证明（默认）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05456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[模型]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505456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由模型评估证明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907791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[人工]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07791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由审查人判断并写意见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310128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[关键]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310128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未证明不得批准（默认）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712463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[参考]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712463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非关键，不阻塞合并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599431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7200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服务端硬规则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074920"/>
            <a:ext cx="106984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高风险必须有一条关键的 [人工] 标准；中高风险 Intent 需非起草人批准；新版本使旧批准失效；未批准的 Intent 无法启动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第 3 步 · 启动 Agent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008022" cy="118872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64207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准入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29967"/>
            <a:ext cx="1861718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Intent 已批准 · 项目仓库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84094" y="2057400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2694" y="1554480"/>
            <a:ext cx="2008022" cy="118872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5846" y="1664207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隔离工作区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5846" y="2029967"/>
            <a:ext cx="1861718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git worktree · 环境白名单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48148" y="2057400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6748" y="1554480"/>
            <a:ext cx="2008022" cy="118872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9900" y="1664207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Codex 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9900" y="2029967"/>
            <a:ext cx="1861718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按验收标准改代码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2203" y="2057400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40803" y="1554480"/>
            <a:ext cx="2008022" cy="118872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3955" y="1664207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独立检查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3955" y="2029967"/>
            <a:ext cx="1861718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node-tests · @baseline 重跑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76257" y="2057400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4857" y="1554480"/>
            <a:ext cx="2008022" cy="118872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8009" y="1664207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证据包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8009" y="2029967"/>
            <a:ext cx="1861718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stdout/stderr 摘要 · 覆盖映射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063240"/>
            <a:ext cx="5486400" cy="27432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227832"/>
            <a:ext cx="54864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2004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防止"自己给自己打分"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703320"/>
            <a:ext cx="51206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只靠 Agent 自己写的测试通过 = 仅自带测试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对关键标准，它和证据失败一样阻塞批准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解除方式：@baseline 重置测试文件后重跑，或声明 testPaths 且 Agent 未改动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06324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227832"/>
            <a:ext cx="54864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2004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运行中心能看到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703320"/>
            <a:ext cx="50292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排队、运行、取消，实时事件流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Runtime Attestation：隔离级别、环境变量名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策略文件 .aperture/ 被改动会被标记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失败 Run 与原因完整保留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第 4 步 · 审查：证据先展开，再决策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4864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审查人分配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20040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按负载自动分配或手动指定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作者永远不能被分配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有分配时只有被分配人能决策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27632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逐条证据门禁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03120"/>
            <a:ext cx="320040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每条关键标准都要有对应的通过证据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待证据 / 失败 / 仅自带测试 → 不能批准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[人工] 标准必须写审查意见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27632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治理决策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03120"/>
            <a:ext cx="320040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Override：只推翻一条标准，只对当前 Head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Reject：需要理由，提案关闭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完整性检查永远不能推翻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11064240" cy="192024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2336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PingFang SC"/>
              </a:rPr>
              <a:t>演示点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106070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E5EDF7"/>
                </a:solidFill>
                <a:latin typeface="PingFang SC"/>
              </a:rPr>
              <a:t>1. 审查人打开提案，先展开证据包（平台会重新读取文件并校验摘要）</a:t>
            </a:r>
          </a:p>
          <a:p>
            <a:pPr algn="l"/>
            <a:r>
              <a:rPr sz="1500" b="0">
                <a:solidFill>
                  <a:srgbClr val="E5EDF7"/>
                </a:solidFill>
                <a:latin typeface="PingFang SC"/>
              </a:rPr>
              <a:t>2. 查看验收标准覆盖：哪条由哪个检查证明、状态是什么</a:t>
            </a:r>
          </a:p>
          <a:p>
            <a:pPr algn="l"/>
            <a:r>
              <a:rPr sz="1500" b="0">
                <a:solidFill>
                  <a:srgbClr val="E5EDF7"/>
                </a:solidFill>
                <a:latin typeface="PingFang SC"/>
              </a:rPr>
              <a:t>3. 批准 → 审批绑定 Head SHA、检查 ID、证据摘要；作者再推新提交，审批自动失效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第 5 步 · 合并、同步 GitHub 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4864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合并证据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目标分支 SHA 必须等于批准的 Head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复核检查、证据、审批仍然有效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Merge Evidence 追加写入，可复验摘要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27632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0020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GitHub 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03120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平台推 aperture/* 分支并开 PR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aperture/gate 状态随审批与证据变化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GitHub Actions 结果导入为独立检查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6304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27632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60020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发布候选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103120"/>
            <a:ext cx="301752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从合并证据创建源码快照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需要另一位 Owner / Maintainer 批准发布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5EDF7"/>
                </a:solidFill>
                <a:latin typeface="PingFang SC"/>
              </a:rPr>
              <a:t>合并方式 · control_plane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5120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平台合并后以 force-with-lease 推送；远程已前进或被分支保护拒绝时回滚，提案保持已批准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4348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8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E5EDF7"/>
                </a:solidFill>
                <a:latin typeface="PingFang SC"/>
              </a:rPr>
              <a:t>合并方式 · host_protected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37760"/>
            <a:ext cx="5120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在 GitHub 上合并，平台同步并写入合并证据；绕过门禁的合并标红并留下审计事件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已在本机用真实 Codex 跑通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真实案例：Import Validator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4864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只允许 CSV / JSON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最大 5 MiB，拒绝负数与非整数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错误顺序确定，不削弱既有测试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34D399"/>
                </a:solidFill>
                <a:latin typeface="PingFang SC"/>
              </a:rPr>
              <a:t>1/4 → 6/6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基线 1 项通过、3 项失败；Codex 修改 2 个文件后 6 项全部通过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27632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60020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治理链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03120"/>
            <a:ext cx="310896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created → check → evidence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→ viewed → approved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两条事件链完整性复验通过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33672"/>
            <a:ext cx="54864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过程中暴露并修复的两个问题（失败 Run 均保留）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709160"/>
            <a:ext cx="10698480" cy="1005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Codex CLI 不允许同时使用 --sandbox workspace-write 与 --approve-for-me → Wrapper 调整参数</a:t>
            </a:r>
          </a:p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· Process Runtime 只传 PATH/HOME，丢失 CODEX_* 环境 → 改为显式白名单继承，证明里只记录变量名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审计者关心的问题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可信与安全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664207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哈希链事件账本</a:t>
            </a:r>
            <a:r>
              <a:rPr sz="1500">
                <a:solidFill>
                  <a:srgbClr val="94A3B8"/>
                </a:solidFill>
                <a:latin typeface="PingFang SC"/>
              </a:rPr>
              <a:t>  每个聚合的事件都带前一事件摘要，篡改可被检测；事件表只追加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9572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决策身份</a:t>
            </a:r>
            <a:r>
              <a:rPr sz="1500">
                <a:solidFill>
                  <a:srgbClr val="94A3B8"/>
                </a:solidFill>
                <a:latin typeface="PingFang SC"/>
              </a:rPr>
              <a:t>  团队模式下决策需要 GitHub 登录的已验证身份（OAuth + PKCE），身份冻结进事件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12724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凭据不落盘</a:t>
            </a:r>
            <a:r>
              <a:rPr sz="1500">
                <a:solidFill>
                  <a:srgbClr val="94A3B8"/>
                </a:solidFill>
                <a:latin typeface="PingFang SC"/>
              </a:rPr>
              <a:t>  托管 Token 只存变量名；不进数据库、argv、git 配置、日志或浏览器；测试会扫描数据目录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5876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Worker 不持有凭据</a:t>
            </a:r>
            <a:r>
              <a:rPr sz="1500">
                <a:solidFill>
                  <a:srgbClr val="94A3B8"/>
                </a:solidFill>
                <a:latin typeface="PingFang SC"/>
              </a:rPr>
              <a:t>  推送、开 PR、同步都在主进程完成，Agent 进程拿不到 Token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9028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系统身份分离</a:t>
            </a:r>
            <a:r>
              <a:rPr sz="1500">
                <a:solidFill>
                  <a:srgbClr val="94A3B8"/>
                </a:solidFill>
                <a:latin typeface="PingFang SC"/>
              </a:rPr>
              <a:t>  GitHub 报告的检查、合并、关闭以 system:code-host 身份记录，与人的决策区分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2180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迁移可验证</a:t>
            </a:r>
            <a:r>
              <a:rPr sz="1500">
                <a:solidFill>
                  <a:srgbClr val="94A3B8"/>
                </a:solidFill>
                <a:latin typeface="PingFang SC"/>
              </a:rPr>
              <a:t>  历史库升级后事件链、合并证据、发布摘要全部复验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如实说明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当前状态与已知限制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43434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已完成并验证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5120640" cy="3611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npm run check 全绿：30+ 条端到端 smoke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多项目、按项目角色、本地 Git / GitHub 托管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Intent 模版与验收标准证据门禁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审查分配、Override / Reject、策略文件标记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外部身份（GitHub 登录）与团队模式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LLM Provider 配置、Codex Builder 真实案例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94960" cy="43434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27632"/>
            <a:ext cx="54864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00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E5EDF7"/>
                </a:solidFill>
                <a:latin typeface="PingFang SC"/>
              </a:rPr>
              <a:t>已知限制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5029200" cy="3611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服务只监听 127.0.0.1，尚不能多人远程使用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真实 GitHub 端到端测试脚本已就绪，待运行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Run 结束后 worktree 尚未自动清理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没有通知、Webhook、GitLab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PingFang SC"/>
              </a:rPr>
              <a:t>· 验收标准到检查的显式映射（verifiedBy）未实现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E5EDF7"/>
                </a:solidFill>
                <a:latin typeface="PingFang SC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PingFang SC"/>
              </a:rPr>
              <a:t>Aperture · AI Native SDLC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008022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755648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真机验证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21408"/>
            <a:ext cx="1861718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真实 GitHub e2e · worktree 清理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84094" y="2240279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2694" y="1645920"/>
            <a:ext cx="2008022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5846" y="1755648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团队可用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5846" y="2121408"/>
            <a:ext cx="1861718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内网部署 · HTTPS · 备份恢复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48148" y="2240279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6748" y="1645920"/>
            <a:ext cx="2008022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9900" y="1755648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9900" y="2121408"/>
            <a:ext cx="1861718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审查分配、门禁失败、绕过门禁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2203" y="2240279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40803" y="1645920"/>
            <a:ext cx="2008022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3955" y="1755648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治理补齐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3955" y="2121408"/>
            <a:ext cx="1861718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verifiedBy · 按项目信任模式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76257" y="2240279"/>
            <a:ext cx="201168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4857" y="1645920"/>
            <a:ext cx="2008022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8009" y="1755648"/>
            <a:ext cx="186171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E5EDF7"/>
                </a:solidFill>
                <a:latin typeface="PingFang SC"/>
              </a:rPr>
              <a:t>按需扩展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8009" y="2121408"/>
            <a:ext cx="1861718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PingFang SC"/>
              </a:rPr>
              <a:t>GitLab · Webhook · 自动合并试验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57600"/>
            <a:ext cx="11064240" cy="210312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E5EDF7"/>
                </a:solidFill>
                <a:latin typeface="PingFang SC"/>
              </a:rPr>
              <a:t>需要团队决定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8912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PingFang SC"/>
              </a:rPr>
              <a:t>· 访问方式：内网、公网还是 VPN —— 决定部署方案</a:t>
            </a:r>
          </a:p>
          <a:p>
            <a:pPr algn="l"/>
            <a:r>
              <a:rPr sz="1600" b="0">
                <a:solidFill>
                  <a:srgbClr val="94A3B8"/>
                </a:solidFill>
                <a:latin typeface="PingFang SC"/>
              </a:rPr>
              <a:t>· 通知渠道：飞书、Slack、企业微信还是邮件</a:t>
            </a:r>
          </a:p>
          <a:p>
            <a:pPr algn="l"/>
            <a:r>
              <a:rPr sz="1600" b="0">
                <a:solidFill>
                  <a:srgbClr val="94A3B8"/>
                </a:solidFill>
                <a:latin typeface="PingFang SC"/>
              </a:rPr>
              <a:t>· 首批试用项目与审查人名单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